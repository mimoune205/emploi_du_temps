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145B29-21F3-452B-7E0A-D1AECAD9B448}" name="mimoune elfakir" initials="me" userId="mimoune elfaki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6" autoAdjust="0"/>
    <p:restoredTop sz="94061" autoAdjust="0"/>
  </p:normalViewPr>
  <p:slideViewPr>
    <p:cSldViewPr snapToGrid="0">
      <p:cViewPr>
        <p:scale>
          <a:sx n="42" d="100"/>
          <a:sy n="42" d="100"/>
        </p:scale>
        <p:origin x="19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AE98-8827-19E1-37B1-BAD55DBE5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458A5-0615-4D4B-9D62-72DBA555C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E1401-E358-F709-7F2F-C942DFEA6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21D2-A891-ED3D-95D6-49ADC23E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FF7FD-44FF-B77B-F7AF-D6E73667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10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BB9E-5909-3699-96A2-1780FC5E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555D9-D554-7F36-5D55-DDF73D5AC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59840-8F62-7AA3-6352-B0442D96C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CEF8E-BBE0-02CD-EDE8-51AEF2A66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EEE60-84B6-07D6-06B3-952AA6AA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68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9042-F87F-613F-6BF8-67EC319E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571B5-5BC4-55A5-A29F-0B3CE6853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D3351-7D0D-9B12-AA34-EFD39D58D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FA51C-1538-25C2-925F-F61AABF9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C7DAA-8A57-671A-8DC7-EA17CA53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245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4D60-34EF-7D57-ACF0-A9F50828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BD6CC-C92A-0E35-C0C8-83A633469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360BF-1CFE-E512-3508-D303D4819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C9502-1421-0BE1-AED1-BF9DEBE0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FFE76-22BF-55E8-1F1A-27BB527C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FBC7E-495A-27F1-2A17-87CBA75C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02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E8D2-CCCB-1D70-DD4F-566491B7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79BC2-B21E-FCD8-423E-636581028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25BE1-DFD6-03C6-4520-2DF1915B3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67F12-D199-3531-B3E7-04AA90957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062DC7-3E49-3201-5F3B-E51029D08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6962C-FA00-3AD8-E55A-E41C3CE1A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6560F-F32B-BBF7-AE48-6D344361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6CA34-7CB7-4E66-B89B-5C335D07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66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282A-62A5-82AA-96C8-31A2D7D2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CDB3D-CEBB-98BC-4D16-E0BD69AC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FA448-1C9F-08BA-B4B1-3F6740268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4C6A4-3AE5-0373-EADC-4D377CAF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88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A9214-97F3-BA00-F924-E029B1A6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7D04C-402A-3E17-EBA7-693F68B6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3010B-C10E-C00F-565F-6060AEAF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44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C7B0-4C3C-2C96-EE63-527581F9B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3670-EA98-DDE1-F63E-D9337DFE4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23F53-713B-82E9-BD93-BCEABF163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2DC64-CDDB-0DF0-3DD4-D686C012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8F846-AF7A-66DB-DBF3-547A12B0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7A3C8-D7FF-F8B9-E345-9D0AEE11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13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EE61-D391-1255-A27E-EA4F1C0C5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592B57-0D65-46C9-98B1-942975DEF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BAE4B-1FD3-380B-4C03-A3D59374C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D5440-9D6A-1122-BF81-B78CA705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DEA34-5324-2984-E5D4-4B770CEEA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0E377-B2C6-72F9-A91E-6D7B142B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1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22A3-82C6-3B16-5D75-401D65D8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32888-8C7E-00C9-DBBE-EC35D27B4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9419C-A6C7-5121-7F9A-DA668F42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CB878-A300-5FF0-F62B-3D22DCAF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E612C-9EA4-13B5-F2A1-AFBAEF65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84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80EA0-1E6F-4BDA-0ECD-FBE5D0028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56EB8-8ECC-9D50-DD06-83291849B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121BC-EE65-412D-52EB-85C1F83C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76D7D-8130-4E09-6890-0056020D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E53E5-A13D-DE50-1BDB-8181B71C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4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F8BCD-99C8-5BB1-FC38-70F28E05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97B21-9DA8-ADBF-B138-24927A727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CF621-86D8-4B47-EDED-A50DF25F4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8508C-9A69-4792-B1D1-E49D4E0D116C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F876A-F716-52C4-367B-449A75D52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40BC9-4E3B-57E3-72CE-3104F7256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2B2C5-217C-4AE8-A735-8960BA2580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11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Mimoune205/emploi_du_temps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BB122-A8BB-E0E8-12FF-504D137DB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833" y="-1"/>
            <a:ext cx="12000272" cy="7315201"/>
          </a:xfrm>
        </p:spPr>
        <p:txBody>
          <a:bodyPr anchor="t">
            <a:normAutofit fontScale="90000"/>
          </a:bodyPr>
          <a:lstStyle/>
          <a:p>
            <a:pPr algn="l"/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r>
              <a:rPr lang="fr-CA" sz="3000" dirty="0" err="1"/>
              <a:t>Nom:Elfakir</a:t>
            </a:r>
            <a:br>
              <a:rPr lang="fr-CA" sz="3000" dirty="0"/>
            </a:br>
            <a:r>
              <a:rPr lang="fr-CA" sz="3000" dirty="0" err="1"/>
              <a:t>Prénom:Mimoune</a:t>
            </a:r>
            <a:br>
              <a:rPr lang="fr-CA" sz="3000" dirty="0"/>
            </a:br>
            <a:r>
              <a:rPr lang="fr-CA" sz="3000" dirty="0" err="1"/>
              <a:t>github-link</a:t>
            </a:r>
            <a:r>
              <a:rPr lang="fr-CA" sz="3000" dirty="0"/>
              <a:t>: </a:t>
            </a:r>
            <a:r>
              <a:rPr lang="en-GB" sz="3300" dirty="0">
                <a:hlinkClick r:id="rId2"/>
              </a:rPr>
              <a:t>https://github.com/Mimoune205/emploi_du_temps.git</a:t>
            </a:r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br>
              <a:rPr lang="en-GB" sz="3300" dirty="0"/>
            </a:br>
            <a:r>
              <a:rPr lang="fr-FR" sz="3600" dirty="0">
                <a:solidFill>
                  <a:srgbClr val="FF0000"/>
                </a:solidFill>
              </a:rPr>
              <a:t>1-</a:t>
            </a:r>
            <a:r>
              <a:rPr lang="fr-FR" sz="3600" dirty="0"/>
              <a:t> </a:t>
            </a:r>
            <a:r>
              <a:rPr lang="fr-FR" sz="3600" dirty="0">
                <a:solidFill>
                  <a:srgbClr val="FF0000"/>
                </a:solidFill>
              </a:rPr>
              <a:t>On a créé un fichier </a:t>
            </a:r>
            <a:r>
              <a:rPr lang="fr-FR" sz="3600" i="1" dirty="0">
                <a:solidFill>
                  <a:srgbClr val="FF0000"/>
                </a:solidFill>
              </a:rPr>
              <a:t>emploi_du_temps.html</a:t>
            </a:r>
            <a:r>
              <a:rPr lang="fr-FR" sz="3600" dirty="0">
                <a:solidFill>
                  <a:srgbClr val="FF0000"/>
                </a:solidFill>
              </a:rPr>
              <a:t>. Ensuite, on a utilisé les balises : </a:t>
            </a:r>
            <a:r>
              <a:rPr lang="fr-FR" dirty="0">
                <a:solidFill>
                  <a:srgbClr val="FF0000"/>
                </a:solidFill>
              </a:rPr>
              <a:t>html</a:t>
            </a:r>
            <a:r>
              <a:rPr lang="fr-FR" sz="3600" dirty="0">
                <a:solidFill>
                  <a:srgbClr val="FF0000"/>
                </a:solidFill>
              </a:rPr>
              <a:t>, </a:t>
            </a:r>
            <a:r>
              <a:rPr lang="fr-FR" dirty="0" err="1">
                <a:solidFill>
                  <a:srgbClr val="FF0000"/>
                </a:solidFill>
              </a:rPr>
              <a:t>head</a:t>
            </a:r>
            <a:r>
              <a:rPr lang="fr-FR" sz="3600" dirty="0">
                <a:solidFill>
                  <a:srgbClr val="FF0000"/>
                </a:solidFill>
              </a:rPr>
              <a:t>, </a:t>
            </a:r>
            <a:r>
              <a:rPr lang="fr-FR" dirty="0" err="1">
                <a:solidFill>
                  <a:srgbClr val="FF0000"/>
                </a:solidFill>
              </a:rPr>
              <a:t>title</a:t>
            </a:r>
            <a:r>
              <a:rPr lang="fr-FR" sz="3600" dirty="0">
                <a:solidFill>
                  <a:srgbClr val="FF0000"/>
                </a:solidFill>
              </a:rPr>
              <a:t> et </a:t>
            </a:r>
            <a:r>
              <a:rPr lang="fr-FR" dirty="0">
                <a:solidFill>
                  <a:srgbClr val="FF0000"/>
                </a:solidFill>
              </a:rPr>
              <a:t>body</a:t>
            </a:r>
            <a:r>
              <a:rPr lang="fr-FR" sz="3600" dirty="0">
                <a:solidFill>
                  <a:srgbClr val="FF0000"/>
                </a:solidFill>
              </a:rPr>
              <a:t>.</a:t>
            </a:r>
            <a:br>
              <a:rPr lang="en-GB" sz="3300" dirty="0"/>
            </a:br>
            <a:br>
              <a:rPr lang="en-GB" sz="3300" dirty="0"/>
            </a:br>
            <a:br>
              <a:rPr lang="en-GB" dirty="0"/>
            </a:br>
            <a:endParaRPr lang="en-GB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773B6-E6C3-7750-1219-C6DEF5B06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595" y="-1"/>
            <a:ext cx="6586844" cy="21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01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CC7794-9EBC-8891-2E82-3502F2356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4479" y="-1082040"/>
            <a:ext cx="12986479" cy="708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E193E-B46E-8D7B-2DC6-657AB8BE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828" y="1967265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fr-CA" sz="3600" dirty="0">
                <a:solidFill>
                  <a:srgbClr val="FF0000"/>
                </a:solidFill>
              </a:rPr>
              <a:t>1-L’exécution de code: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FF1B82-B5A4-546B-0879-5F17D4A9B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435" y="446878"/>
            <a:ext cx="8260082" cy="596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6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FF9A-F76C-5066-6433-53BE815E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5" y="173396"/>
            <a:ext cx="11148060" cy="1325563"/>
          </a:xfrm>
        </p:spPr>
        <p:txBody>
          <a:bodyPr/>
          <a:lstStyle/>
          <a:p>
            <a:pPr algn="just"/>
            <a:r>
              <a:rPr lang="fr-CA" dirty="0">
                <a:solidFill>
                  <a:srgbClr val="FF0000"/>
                </a:solidFill>
              </a:rPr>
              <a:t>2-On ajoute les jours et les heures dans le tableau.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6CBFBA-A16D-2417-978E-23FF59CF5E5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350"/>
            <a:ext cx="12192000" cy="104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3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73235-8908-9CA7-39F3-46F7F8D58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pPr algn="l"/>
            <a:r>
              <a:rPr lang="fr-CA" dirty="0">
                <a:solidFill>
                  <a:srgbClr val="FF0000"/>
                </a:solidFill>
              </a:rPr>
              <a:t>2-L’exécution de code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637351E-D323-AB12-8F3A-D9B5B0840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39B13AC-BD1D-41BE-3F1C-35C337995BFB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5" b="-1"/>
          <a:stretch>
            <a:fillRect/>
          </a:stretch>
        </p:blipFill>
        <p:spPr>
          <a:xfrm>
            <a:off x="1" y="1445342"/>
            <a:ext cx="12329652" cy="64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44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B94F297-B24A-F426-373D-C405B3EF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4542" y="643467"/>
            <a:ext cx="12192000" cy="744836"/>
          </a:xfrm>
        </p:spPr>
        <p:txBody>
          <a:bodyPr>
            <a:normAutofit/>
          </a:bodyPr>
          <a:lstStyle/>
          <a:p>
            <a:pPr algn="ctr"/>
            <a:r>
              <a:rPr lang="fr-CA" sz="3200" dirty="0">
                <a:solidFill>
                  <a:srgbClr val="FF0000"/>
                </a:solidFill>
              </a:rPr>
              <a:t>3-finalement je rempli le tableau selon mes matières.</a:t>
            </a:r>
            <a:endParaRPr lang="en-GB" sz="32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9217E-CCE7-44C2-7C16-37F2701A8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0" y="1396588"/>
            <a:ext cx="10670632" cy="568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2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672AF-F6BE-A3F9-99D1-F6AB39C88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" y="1690689"/>
            <a:ext cx="12192000" cy="882491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A7BC49-8497-7AC9-E652-CC57F41B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Le résultat du code obtenu après l’exécution du programme.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85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107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   Nom:Elfakir Prénom:Mimoune github-link: https://github.com/Mimoune205/emploi_du_temps.git         1- On a créé un fichier emploi_du_temps.html. Ensuite, on a utilisé les balises : html, head, title et body.   </vt:lpstr>
      <vt:lpstr>PowerPoint Presentation</vt:lpstr>
      <vt:lpstr>1-L’exécution de code:</vt:lpstr>
      <vt:lpstr>2-On ajoute les jours et les heures dans le tableau.</vt:lpstr>
      <vt:lpstr>2-L’exécution de code</vt:lpstr>
      <vt:lpstr>3-finalement je rempli le tableau selon mes matières.</vt:lpstr>
      <vt:lpstr>Le résultat du code obtenu après l’exécution du programme.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mimoune elfakir</dc:creator>
  <cp:lastModifiedBy>mimoune elfakir</cp:lastModifiedBy>
  <cp:revision>2</cp:revision>
  <dcterms:created xsi:type="dcterms:W3CDTF">2025-12-28T02:13:23Z</dcterms:created>
  <dcterms:modified xsi:type="dcterms:W3CDTF">2026-03-23T14:25:08Z</dcterms:modified>
</cp:coreProperties>
</file>